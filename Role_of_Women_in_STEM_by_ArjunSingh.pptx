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D8CCD-018B-4775-88C0-9C8514CAE60C}" v="7" dt="2026-03-15T16:33:19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04" autoAdjust="0"/>
  </p:normalViewPr>
  <p:slideViewPr>
    <p:cSldViewPr snapToGrid="0" snapToObjects="1">
      <p:cViewPr varScale="1">
        <p:scale>
          <a:sx n="74" d="100"/>
          <a:sy n="74" d="100"/>
        </p:scale>
        <p:origin x="10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Singh" userId="0f7626997aeb530d" providerId="LiveId" clId="{7DEAA0EB-91EF-4190-9607-9716E9AA6332}"/>
    <pc:docChg chg="undo custSel addSld delSld modSld">
      <pc:chgData name="Arjun Singh" userId="0f7626997aeb530d" providerId="LiveId" clId="{7DEAA0EB-91EF-4190-9607-9716E9AA6332}" dt="2026-03-15T16:33:24.217" v="203" actId="2696"/>
      <pc:docMkLst>
        <pc:docMk/>
      </pc:docMkLst>
      <pc:sldChg chg="modSp mod">
        <pc:chgData name="Arjun Singh" userId="0f7626997aeb530d" providerId="LiveId" clId="{7DEAA0EB-91EF-4190-9607-9716E9AA6332}" dt="2026-03-15T15:48:02.171" v="27" actId="20577"/>
        <pc:sldMkLst>
          <pc:docMk/>
          <pc:sldMk cId="0" sldId="256"/>
        </pc:sldMkLst>
        <pc:spChg chg="mod">
          <ac:chgData name="Arjun Singh" userId="0f7626997aeb530d" providerId="LiveId" clId="{7DEAA0EB-91EF-4190-9607-9716E9AA6332}" dt="2026-03-15T15:48:02.171" v="27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modSp new del mod">
        <pc:chgData name="Arjun Singh" userId="0f7626997aeb530d" providerId="LiveId" clId="{7DEAA0EB-91EF-4190-9607-9716E9AA6332}" dt="2026-03-15T16:33:24.217" v="203" actId="2696"/>
        <pc:sldMkLst>
          <pc:docMk/>
          <pc:sldMk cId="1710305699" sldId="262"/>
        </pc:sldMkLst>
        <pc:spChg chg="mod">
          <ac:chgData name="Arjun Singh" userId="0f7626997aeb530d" providerId="LiveId" clId="{7DEAA0EB-91EF-4190-9607-9716E9AA6332}" dt="2026-03-15T16:33:16.185" v="202" actId="1076"/>
          <ac:spMkLst>
            <pc:docMk/>
            <pc:sldMk cId="1710305699" sldId="262"/>
            <ac:spMk id="2" creationId="{7393C7C8-A867-2CE8-CD2B-CD8C94AC985D}"/>
          </ac:spMkLst>
        </pc:spChg>
        <pc:spChg chg="add mod">
          <ac:chgData name="Arjun Singh" userId="0f7626997aeb530d" providerId="LiveId" clId="{7DEAA0EB-91EF-4190-9607-9716E9AA6332}" dt="2026-03-15T16:33:16.185" v="202" actId="1076"/>
          <ac:spMkLst>
            <pc:docMk/>
            <pc:sldMk cId="1710305699" sldId="262"/>
            <ac:spMk id="3" creationId="{F0308EB7-5CA1-6B75-2558-EE4A6CF31A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57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5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6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39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0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0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9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2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402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54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9001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17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28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9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08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6416" y="1828800"/>
            <a:ext cx="707116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Role of Women in 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660" y="3200400"/>
            <a:ext cx="8798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Science • Technology • Engineering • Mathematics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</a:t>
            </a:r>
          </a:p>
          <a:p>
            <a:pPr algn="just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Arjun Singh</a:t>
            </a:r>
          </a:p>
          <a:p>
            <a:pPr algn="just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25LBCS6004</a:t>
            </a:r>
          </a:p>
          <a:p>
            <a:pPr algn="just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B.TECH CSE (Cloud Computing)</a:t>
            </a:r>
            <a:endParaRPr sz="2400" dirty="0">
              <a:solidFill>
                <a:srgbClr val="DCDCD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4347" y="69011"/>
            <a:ext cx="28814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       </a:t>
            </a:r>
            <a:r>
              <a:rPr sz="3600" b="1"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40619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Women play a vital role in STEM fields.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They contribute to scientific discoveries and innovation.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Greater participation improves diversity and creativity.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DE267-B9FA-3DEC-F71D-F260F7FBE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860" y="2975769"/>
            <a:ext cx="286664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478" y="638355"/>
            <a:ext cx="7289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/>
              <a:t>Famous Women in 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4508" y="2199736"/>
            <a:ext cx="1299140" cy="913749"/>
          </a:xfrm>
          <a:prstGeom prst="rect">
            <a:avLst/>
          </a:prstGeom>
          <a:solidFill>
            <a:srgbClr val="DC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Gagandeep Kang</a:t>
            </a:r>
          </a:p>
          <a:p>
            <a:r>
              <a:rPr dirty="0"/>
              <a:t>(Add Photo)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99D4A-EFCF-2642-8ED3-1320E2CB5CF8}"/>
              </a:ext>
            </a:extLst>
          </p:cNvPr>
          <p:cNvSpPr txBox="1"/>
          <p:nvPr/>
        </p:nvSpPr>
        <p:spPr>
          <a:xfrm>
            <a:off x="530352" y="3926622"/>
            <a:ext cx="201167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Marie Curie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Nobel Prize-winning physicist and chemist who discovered radium and polonium. First woman to win a Nobel Prize.</a:t>
            </a:r>
            <a:endParaRPr lang="en-US" sz="1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ED843-89AD-7110-7500-D3C85CFBAAFC}"/>
              </a:ext>
            </a:extLst>
          </p:cNvPr>
          <p:cNvSpPr txBox="1"/>
          <p:nvPr/>
        </p:nvSpPr>
        <p:spPr>
          <a:xfrm>
            <a:off x="2542033" y="3926622"/>
            <a:ext cx="248716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Katherine Jhonson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Mathematician whose calculations were critical to NASA's early space missions . Her story inspired the film “Hidden Network”.</a:t>
            </a:r>
            <a:endParaRPr lang="en-US" sz="1400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A9BEC-5450-F8F5-3236-F50D2406D7B0}"/>
              </a:ext>
            </a:extLst>
          </p:cNvPr>
          <p:cNvSpPr txBox="1"/>
          <p:nvPr/>
        </p:nvSpPr>
        <p:spPr>
          <a:xfrm>
            <a:off x="4846320" y="3914224"/>
            <a:ext cx="210657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Kalpana Chawla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First Indian-American woman astronaut who flew on the Space Shuttle. Her legacy continues to inspire aspiring aerospace engineer.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ABD734-60AA-E272-D38B-04E00E716CA5}"/>
              </a:ext>
            </a:extLst>
          </p:cNvPr>
          <p:cNvSpPr txBox="1"/>
          <p:nvPr/>
        </p:nvSpPr>
        <p:spPr>
          <a:xfrm>
            <a:off x="6891905" y="3914622"/>
            <a:ext cx="225209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Gagandeep Kang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rgbClr val="3B3535"/>
                </a:solidFill>
                <a:ea typeface="Sora Light" pitchFamily="34" charset="-122"/>
                <a:cs typeface="Sora Light" pitchFamily="34" charset="-120"/>
              </a:rPr>
              <a:t>Leading Indian virologist who developed India's first rotavirus vaccine, saving countless children's lives worldwide. </a:t>
            </a:r>
            <a:endParaRPr lang="en-US" sz="1400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05C423-EAAD-6439-D26F-1F18D27A7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666" y="1828799"/>
            <a:ext cx="2106571" cy="20391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7BA135-44EB-F391-3B50-841973C01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28798"/>
            <a:ext cx="2011681" cy="20391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AE54F3E-BDF8-FE2A-D70C-8A0E72E03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022" y="1828801"/>
            <a:ext cx="2121407" cy="20391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F5EFB7-64FA-88CA-BE0E-837484BEF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784" y="1828799"/>
            <a:ext cx="2121408" cy="2097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9841" y="609403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/>
              <a:t>Challenges Faced by Women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29343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Gender stereotypes in technical fields</a:t>
            </a:r>
            <a:r>
              <a:rPr lang="en-US" dirty="0"/>
              <a:t>.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Pay gap between men and women</a:t>
            </a:r>
            <a:r>
              <a:rPr lang="en-US" dirty="0"/>
              <a:t>.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Limited leadership opportunities</a:t>
            </a:r>
            <a:r>
              <a:rPr lang="en-US" dirty="0"/>
              <a:t>.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Lack of representation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096EC-6088-82A7-0D20-CECB0CB3E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69359"/>
            <a:ext cx="4278702" cy="3712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594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/>
              <a:t>Importance of Women in 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182829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Encourages innovation and creativity</a:t>
            </a:r>
          </a:p>
          <a:p>
            <a:pPr>
              <a:defRPr sz="2000"/>
            </a:pPr>
            <a:r>
              <a:rPr dirty="0"/>
              <a:t>Improves problem‑solving</a:t>
            </a:r>
            <a:r>
              <a:rPr lang="en-US" dirty="0"/>
              <a:t>.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Promotes equality and </a:t>
            </a:r>
            <a:endParaRPr lang="en-US" dirty="0"/>
          </a:p>
          <a:p>
            <a:pPr>
              <a:defRPr sz="2000"/>
            </a:pPr>
            <a:r>
              <a:rPr lang="en-US" dirty="0"/>
              <a:t>E</a:t>
            </a:r>
            <a:r>
              <a:rPr dirty="0"/>
              <a:t>mpowerment</a:t>
            </a:r>
            <a:r>
              <a:rPr lang="en-US" dirty="0"/>
              <a:t> </a:t>
            </a:r>
            <a:r>
              <a:rPr dirty="0"/>
              <a:t>Inspires young </a:t>
            </a:r>
            <a:endParaRPr lang="en-US" dirty="0"/>
          </a:p>
          <a:p>
            <a:pPr>
              <a:defRPr sz="2000"/>
            </a:pPr>
            <a:r>
              <a:rPr dirty="0"/>
              <a:t>girls to pursue science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383F2-58E9-2BA1-562D-BD6B3450C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61528"/>
            <a:ext cx="4321834" cy="4054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0996" y="612475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11765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Women have made significant contributions to STEM.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Equal opportunities and mentorship are essential.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000"/>
            </a:pPr>
            <a:r>
              <a:rPr dirty="0"/>
              <a:t>Supporting women in STEM creates a better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173</TotalTime>
  <Words>223</Words>
  <Application>Microsoft Office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Sora Light</vt:lpstr>
      <vt:lpstr>Arial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Arjun Singh</dc:creator>
  <cp:keywords/>
  <dc:description>generated using python-pptx</dc:description>
  <cp:lastModifiedBy>Arjun Singh</cp:lastModifiedBy>
  <cp:revision>3</cp:revision>
  <dcterms:created xsi:type="dcterms:W3CDTF">2013-01-27T09:14:16Z</dcterms:created>
  <dcterms:modified xsi:type="dcterms:W3CDTF">2026-03-15T16:33:29Z</dcterms:modified>
  <cp:category/>
</cp:coreProperties>
</file>